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2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800">
                <a:solidFill>
                  <a:srgbClr val="FFD700"/>
                </a:solidFill>
              </a:defRPr>
            </a:pPr>
            <a:r>
              <a:t>AI Presentation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FFFFFF"/>
                </a:solidFill>
              </a:defRPr>
            </a:pPr>
            <a:r>
              <a:t>Generated using OpenAI + Unsplash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3366"/>
                </a:solidFill>
              </a:defRPr>
            </a:pPr>
            <a:r>
              <a:t>Content Slide 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