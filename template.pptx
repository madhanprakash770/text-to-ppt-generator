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4400" b="1">
                <a:solidFill>
                  <a:srgbClr val="0A3C96"/>
                </a:solidFill>
              </a:defRPr>
            </a:pPr>
            <a:r>
              <a:t>Your Slide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6858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200">
                <a:solidFill>
                  <a:srgbClr val="282828"/>
                </a:solidFill>
              </a:defRPr>
            </a:pPr>
            <a:r>
              <a:t>- Bullet point example 1</a:t>
            </a:r>
          </a:p>
          <a:p>
            <a:pPr algn="l">
              <a:defRPr sz="2200">
                <a:solidFill>
                  <a:srgbClr val="282828"/>
                </a:solidFill>
              </a:defRPr>
            </a:pPr>
            <a:r>
              <a:t>- Bullet point example 2</a:t>
            </a:r>
          </a:p>
          <a:p>
            <a:pPr algn="l">
              <a:defRPr sz="2200">
                <a:solidFill>
                  <a:srgbClr val="282828"/>
                </a:solidFill>
              </a:defRPr>
            </a:pPr>
            <a:r>
              <a:t>- Bullet point example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